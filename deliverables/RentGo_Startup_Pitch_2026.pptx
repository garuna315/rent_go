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dc6b316d6489c" /><Relationship Type="http://schemas.openxmlformats.org/officeDocument/2006/relationships/extended-properties" Target="/docProps/app.xml" Id="Ra8bfa958e4394991" /><Relationship Type="http://schemas.openxmlformats.org/officeDocument/2006/relationships/officeDocument" Target="/ppt/presentation.xml" Id="R734e2a4bcefe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60bd1a9064e24"/>
  </p:sldMasterIdLst>
  <p:notesMasterIdLst>
    <p:notesMasterId xmlns:r="http://schemas.openxmlformats.org/officeDocument/2006/relationships" r:id="R7cb6fed08afd4a94"/>
  </p:notesMasterIdLst>
  <p:sldIdLst>
    <p:sldId xmlns:r="http://schemas.openxmlformats.org/officeDocument/2006/relationships" id="256" r:id="R4dccc1e24bbd413a"/>
    <p:sldId xmlns:r="http://schemas.openxmlformats.org/officeDocument/2006/relationships" id="257" r:id="R0a3f07b39dba4a1f"/>
    <p:sldId xmlns:r="http://schemas.openxmlformats.org/officeDocument/2006/relationships" id="258" r:id="R68afd538c0b94e88"/>
    <p:sldId xmlns:r="http://schemas.openxmlformats.org/officeDocument/2006/relationships" id="259" r:id="R5c5f0ca37e9441f7"/>
    <p:sldId xmlns:r="http://schemas.openxmlformats.org/officeDocument/2006/relationships" id="260" r:id="R290d281e29914b94"/>
    <p:sldId xmlns:r="http://schemas.openxmlformats.org/officeDocument/2006/relationships" id="261" r:id="R5d62bf987d684dc4"/>
    <p:sldId xmlns:r="http://schemas.openxmlformats.org/officeDocument/2006/relationships" id="262" r:id="R4100ed5b512141ec"/>
    <p:sldId xmlns:r="http://schemas.openxmlformats.org/officeDocument/2006/relationships" id="263" r:id="R8a5bd5cc78d94108"/>
    <p:sldId xmlns:r="http://schemas.openxmlformats.org/officeDocument/2006/relationships" id="264" r:id="Rbf9758a82b81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7ba4e091774ba6" /><Relationship Type="http://schemas.openxmlformats.org/officeDocument/2006/relationships/slideMaster" Target="/ppt/slideMasters/slideMaster1.xml" Id="Rc6260bd1a9064e24" /><Relationship Type="http://schemas.openxmlformats.org/officeDocument/2006/relationships/notesMaster" Target="/ppt/notesMasters/notesMaster1.xml" Id="R7cb6fed08afd4a94" /><Relationship Type="http://schemas.openxmlformats.org/officeDocument/2006/relationships/presProps" Target="/ppt/presProps.xml" Id="Rf4963735bec84c0e" /><Relationship Type="http://schemas.openxmlformats.org/officeDocument/2006/relationships/tableStyles" Target="/ppt/tableStyles.xml" Id="R15effed2900c4e87" /><Relationship Type="http://schemas.openxmlformats.org/officeDocument/2006/relationships/slide" Target="/ppt/slides/slide1.xml" Id="R4dccc1e24bbd413a" /><Relationship Type="http://schemas.openxmlformats.org/officeDocument/2006/relationships/slide" Target="/ppt/slides/slide2.xml" Id="R0a3f07b39dba4a1f" /><Relationship Type="http://schemas.openxmlformats.org/officeDocument/2006/relationships/slide" Target="/ppt/slides/slide3.xml" Id="R68afd538c0b94e88" /><Relationship Type="http://schemas.openxmlformats.org/officeDocument/2006/relationships/slide" Target="/ppt/slides/slide4.xml" Id="R5c5f0ca37e9441f7" /><Relationship Type="http://schemas.openxmlformats.org/officeDocument/2006/relationships/slide" Target="/ppt/slides/slide5.xml" Id="R290d281e29914b94" /><Relationship Type="http://schemas.openxmlformats.org/officeDocument/2006/relationships/slide" Target="/ppt/slides/slide6.xml" Id="R5d62bf987d684dc4" /><Relationship Type="http://schemas.openxmlformats.org/officeDocument/2006/relationships/slide" Target="/ppt/slides/slide7.xml" Id="R4100ed5b512141ec" /><Relationship Type="http://schemas.openxmlformats.org/officeDocument/2006/relationships/slide" Target="/ppt/slides/slide8.xml" Id="R8a5bd5cc78d94108" /><Relationship Type="http://schemas.openxmlformats.org/officeDocument/2006/relationships/slide" Target="/ppt/slides/slide9.xml" Id="Rbf9758a82b81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71c5d6e437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6c15bd64246b8" /><Relationship Type="http://schemas.openxmlformats.org/officeDocument/2006/relationships/notesMaster" Target="/ppt/notesMasters/notesMaster1.xml" Id="Raf6586b75cd943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5be6e43c6e4910" /><Relationship Type="http://schemas.openxmlformats.org/officeDocument/2006/relationships/notesMaster" Target="/ppt/notesMasters/notesMaster1.xml" Id="R9b8f6348b1d7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72da4c0f143c8" /><Relationship Type="http://schemas.openxmlformats.org/officeDocument/2006/relationships/notesMaster" Target="/ppt/notesMasters/notesMaster1.xml" Id="R3962b69f7439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e9b436418b4341" /><Relationship Type="http://schemas.openxmlformats.org/officeDocument/2006/relationships/notesMaster" Target="/ppt/notesMasters/notesMaster1.xml" Id="Raa0c50c5457041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7ae940ca84485a" /><Relationship Type="http://schemas.openxmlformats.org/officeDocument/2006/relationships/notesMaster" Target="/ppt/notesMasters/notesMaster1.xml" Id="R19a84e40cfb447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5c0a48c094ee3" /><Relationship Type="http://schemas.openxmlformats.org/officeDocument/2006/relationships/notesMaster" Target="/ppt/notesMasters/notesMaster1.xml" Id="R7d39e915e88e46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3b3e69be4d44d4" /><Relationship Type="http://schemas.openxmlformats.org/officeDocument/2006/relationships/notesMaster" Target="/ppt/notesMasters/notesMaster1.xml" Id="R8e55c75fe2e84f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7e2df903114b40" /><Relationship Type="http://schemas.openxmlformats.org/officeDocument/2006/relationships/notesMaster" Target="/ppt/notesMasters/notesMaster1.xml" Id="R0b7014628c074e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89ee6d4610441e" /><Relationship Type="http://schemas.openxmlformats.org/officeDocument/2006/relationships/notesMaster" Target="/ppt/notesMasters/notesMaster1.xml" Id="R57a7b56ed9d4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RentGo startup pitch deck. No external facts are used on this cover.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RentGo product concept and typical early-stage marketplace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solution overview. Features represent the proposed RentGo website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Wireframe is conceptual and shows recommended frontend modules, not a screen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Marketplace model represents RentGo’s proposed operating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Go-to-market recommendations. Audience segments are proposed initial targets, not market research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pilot bookings only. No external data or actual RentGo performance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and operating metrics are proposed priorities for the RentGo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request. Specific funding amount intentionally omitted because none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ec3bc4ff841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92529dd114c2a" /><Relationship Type="http://schemas.openxmlformats.org/officeDocument/2006/relationships/slideLayout" Target="/ppt/slideLayouts/slideLayout1.xml" Id="R487bad3d84b640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bad3d84b640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9b46379f4c0b" /><Relationship Type="http://schemas.openxmlformats.org/officeDocument/2006/relationships/notesSlide" Target="/ppt/notesSlides/notesSlide1.xml" Id="R2c80fccd75404b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ac8374e254a66" /><Relationship Type="http://schemas.openxmlformats.org/officeDocument/2006/relationships/notesSlide" Target="/ppt/notesSlides/notesSlide2.xml" Id="R12a854cc6b964e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6f6610b324721" /><Relationship Type="http://schemas.openxmlformats.org/officeDocument/2006/relationships/notesSlide" Target="/ppt/notesSlides/notesSlide3.xml" Id="R05b545372716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f160f12454069" /><Relationship Type="http://schemas.openxmlformats.org/officeDocument/2006/relationships/notesSlide" Target="/ppt/notesSlides/notesSlide4.xml" Id="Re1ca6ba3635a4c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6608448f4443f" /><Relationship Type="http://schemas.openxmlformats.org/officeDocument/2006/relationships/notesSlide" Target="/ppt/notesSlides/notesSlide5.xml" Id="R273d926eb40b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50a73efa48ce" /><Relationship Type="http://schemas.openxmlformats.org/officeDocument/2006/relationships/notesSlide" Target="/ppt/notesSlides/notesSlide6.xml" Id="R8ce97a2fa1834b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bfc6a9a964551" /><Relationship Type="http://schemas.openxmlformats.org/officeDocument/2006/relationships/chart" Target="/ppt/slides/charts/chart1.xml" Id="R5585bafab3dd4605" /><Relationship Type="http://schemas.openxmlformats.org/officeDocument/2006/relationships/notesSlide" Target="/ppt/notesSlides/notesSlide7.xml" Id="R9b4c2569ba9d4f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fe0bedc5b4d85" /><Relationship Type="http://schemas.openxmlformats.org/officeDocument/2006/relationships/notesSlide" Target="/ppt/notesSlides/notesSlide8.xml" Id="R29d85f432ceb43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55856fc4941ac" /><Relationship Type="http://schemas.openxmlformats.org/officeDocument/2006/relationships/notesSlide" Target="/ppt/notesSlides/notesSlide9.xml" Id="R48a2bce5d6dc41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Completed bookings</c:v>
          </c:tx>
          <c:spPr>
            <a:solidFill xmlns:a="http://schemas.openxmlformats.org/drawingml/2006/main">
              <a:srgbClr val="1D72F3"/>
            </a:solidFill>
          </c:spPr>
          <c:cat>
            <c:strRef>
              <c:f>'Chart Data'!$A$2:$A$7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20</c:v>
                </c:pt>
                <c:pt idx="1">
                  <c:v>45</c:v>
                </c:pt>
                <c:pt idx="2">
                  <c:v>75</c:v>
                </c:pt>
                <c:pt idx="3">
                  <c:v>115</c:v>
                </c:pt>
                <c:pt idx="4">
                  <c:v>155</c:v>
                </c:pt>
                <c:pt idx="5">
                  <c:v>205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00B8F-92F9-45A1-9F1F-4D35896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B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36270-3A97-4237-80CB-6EECEEB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D3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3B0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40F92-F3F8-4FA1-90B0-E70918EE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251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mobility,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the ownership burden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E5EE-3C76-42EE-A991-CCE0E680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A trusted marketplace for renting cars and two-wheelers from verified local owners.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8269-FA43-46DC-A090-96AD3253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3600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2D4F4-B8F4-47E1-8126-0552B7AF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00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Startup website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0F3C3-1E5D-473A-AA70-17C45AB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D3B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48220-D32A-4585-927E-53C455E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D72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F1F7B-AAC2-4B9B-A1BF-347EAC5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2085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06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3F547-4C3F-4A91-AC4B-A5D58FF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144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B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CD2EB-63EB-4F03-8F05-384F1430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241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84E7A-EB9F-4328-9854-FA49AB2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33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31938-3600-4A58-82CC-4450C4F4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EB7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EB7D0"/>
                </a:solidFill>
                <a:latin typeface="Arial"/>
                <a:ea typeface="Arial"/>
                <a:cs typeface="Arial"/>
              </a:rPr>
              <a:t>Pitch deck | 2026</a:t>
            </a:r>
          </a:p>
        </p:txBody>
      </p:sp>
    </p:spTree>
    <p:extLst>
      <p:ext uri="{BB962C8B-B14F-4D97-AF65-F5344CB8AC3E}">
        <p14:creationId xmlns:p14="http://schemas.microsoft.com/office/powerpoint/2010/main" val="1089733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2C872-69E8-4885-B104-8704F3BE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31C75-F6F5-43CD-9C1F-7D07E9C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The rental experience has three trust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E92E7-2831-46A4-9523-60C1F76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Customers need a clear rental process. Owners need dependable demand and protection.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74FA-D065-42D4-BD49-28B950BF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A3D44-E659-4577-86D8-9019492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01CF5-797C-477A-82B1-98171A23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25FC7-8C1D-4DD4-9672-C48319E2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8DB08-8132-4772-B459-67F828B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98E85-94EE-46A8-8CA7-CCBA8E4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9B197-5E42-42A6-812A-155C03B8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People jump between calls, chats, and incomplete listings.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70487-505C-4CBF-90AD-76812AE4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143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113C0-766C-474D-ADC3-29F979A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C69B3-2160-4CD2-BC24-8AF481AF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4A7BF-7FA0-4785-99C3-FEFD780C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F50BF-2674-443A-9AFB-B1FAD15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Vehicle condition, pricing, and owner identity often feel unclear.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11FE9-1503-4501-B304-7B1AB8B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143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A75C8-E246-4B74-9C4E-6F363CDB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6DDA4-6F80-4EF4-BC71-C079E5A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A899C-BE0A-4838-8516-611DDBA1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98361-304E-4C1D-B808-B3D6CD0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Manual handovers and payments create avoidable disputes.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71F5E-39F4-45AF-B49E-7039B40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RentGo turns this fragmented journey into one verified booking flow.</a:t>
            </a:r>
          </a:p>
        </p:txBody>
      </p:sp>
    </p:spTree>
    <p:extLst>
      <p:ext uri="{BB962C8B-B14F-4D97-AF65-F5344CB8AC3E}">
        <p14:creationId xmlns:p14="http://schemas.microsoft.com/office/powerpoint/2010/main" val="1477468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44A32-CB03-46F0-A2DC-19135FC2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90DA5-3D2D-4F03-944A-DE426698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RentGo provides one accountable rental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2D295-B9C0-405B-8327-0999EBE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A single website connects discovery, verification, booking, payment, and handover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65007-18F9-45DA-B498-F5421EA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EECCA-1F85-4076-8836-9FB33885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4DC10-4DF0-4F70-99E8-7FFB83F4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F7AB0-9147-43CA-82D1-CE1C79F6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B8198-34DD-47F1-AD4F-BA0D82E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CC155-A4C0-48D3-8FAD-C9AE143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Location, dates, vehicle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D5A46-83D8-4B00-9B4C-253C9247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2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2E66E-5658-4889-9E7F-48FC24E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8B86C-6F48-4137-858A-AE2C389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60672-68DC-4FBE-B842-0D4022AB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28B99-F226-4D7D-9DEF-ECCFD15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147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Owner profile and vehicle details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6073B-A471-4567-A37F-A31A7AC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2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65CD7-B7FD-4E71-BFF5-469C54E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F6C1C-3A1F-4CC7-B5EB-06928B5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D3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3B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2C865-D742-461E-A6E0-4D5E9E7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A2753-7397-4A94-8B9C-F71874F7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E8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E8FF"/>
                </a:solidFill>
                <a:latin typeface="Arial"/>
                <a:ea typeface="Arial"/>
                <a:cs typeface="Arial"/>
              </a:rPr>
              <a:t>Price, availability, deposit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EA747-FE1C-49B5-BBDE-D89C5102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72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33E9B-F50A-4CB8-9D9B-90E5A67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6C469-818C-4E17-9F7D-A8781F9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9EACD-3924-4A7F-B603-184A132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DD6B1-4C92-4EA2-9C15-416E1E63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Digital handover and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4147E-079F-4695-BF30-6EFFAA55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3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The core promise: transparent choice for renters and a managed revenue channel for vehicle owners.</a:t>
            </a:r>
          </a:p>
        </p:txBody>
      </p:sp>
    </p:spTree>
    <p:extLst>
      <p:ext uri="{BB962C8B-B14F-4D97-AF65-F5344CB8AC3E}">
        <p14:creationId xmlns:p14="http://schemas.microsoft.com/office/powerpoint/2010/main" val="1894306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A886A-8399-4B94-BB51-852ABDFE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EA4CA-AD8A-47D9-B325-11B7F120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Website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E6A19-DB5F-49AD-8891-33AE895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The MVP should make the critical decisions visible before a user commits.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35674-646B-48E1-95F5-D17387E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64D16-2980-483F-8D00-7A94260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48E0E-015A-41F8-8003-F7F25CA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04850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B39D1-79BB-41A6-AC5D-7904058A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RentGo search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BCA7D-2864-4BE5-A4AE-995C106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6143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68496-E8A3-4ADF-A4B7-74B6794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Indore   |   16–18 Sep   |   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E169C-1F8E-47B9-A1A2-45BA899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1638300" cy="1695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0EA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2DAB8-AF4B-4DF2-994E-7FFF960F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4000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2FFA0-D057-4B44-9C08-B0F48D4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Honda Activa 6G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ED0C4-52B7-444B-B214-766718A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86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Verified owner  ·  4.8 rating</a:t>
            </a:r>
          </a:p>
          <a:p xmlns:a="http://schemas.openxmlformats.org/drawingml/2006/main">
            <a:pPr>
              <a:defRPr sz="127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₹699 per day  ·  Available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84484-C331-412F-B0FB-A6E08D0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38650"/>
            <a:ext cx="10763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2F803-8B75-402F-92A7-AE72B97B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2437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0CA89-83EA-4F7B-9667-3655477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Key website modules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388ED-CCA6-4EAE-9CEF-CD2B8BE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955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Search &amp; filters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900CA-A24A-4B79-9F88-4B1C914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908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Location, date, price, vehicle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37729-D64B-48B0-9D0D-CDEC9348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052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Listing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A37D2-AFD2-4B93-BB22-852962ED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004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Photos, rules, pricing, owner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BC397-09EA-43BC-B470-84768E1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Booking centre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5370B-4340-46EC-B005-FFDAC3D6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Payment status, documents, support</a:t>
            </a:r>
          </a:p>
        </p:txBody>
      </p:sp>
    </p:spTree>
    <p:extLst>
      <p:ext uri="{BB962C8B-B14F-4D97-AF65-F5344CB8AC3E}">
        <p14:creationId xmlns:p14="http://schemas.microsoft.com/office/powerpoint/2010/main" val="245533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6210E-1776-40B0-A497-AA9F88D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74DFE-722B-408F-99A7-6F0A089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Marketplace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ADD7B-23C7-4E42-8877-0C2A3210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 serves both sides of a local vehicle-rental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ABE65-8260-4B29-BE73-37D8E317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955AA-2D36-449F-9F3E-D6859243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A427E-3291-422F-B9EC-1977A9B6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32385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7F938-41FA-474D-83DE-DDB2AAC4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32385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70EDD-D0BE-4975-B6C1-99B9A028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882B9-E7A2-4B73-8805-C92C6A76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92D06-01D2-44A3-8000-9C41BA0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Find a vehicle</a:t>
            </a:r>
          </a:p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Book with clarity</a:t>
            </a:r>
          </a:p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Receive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6AEF7-566D-43F5-971D-D6445ED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500D2-50B2-44F5-A9ED-7E28F7B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908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91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Verification • booking • 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DB1C7-1C1D-4C8F-851E-2EFA51A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2EAFE-CE96-4570-9737-0E4F0813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362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List inventory</a:t>
            </a:r>
          </a:p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Set availability</a:t>
            </a:r>
          </a:p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Earn from idle vehicles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D1A0F-F752-444C-926A-E160B8A5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09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D3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A28DA-62AF-44D2-9F36-03782213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99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D3B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0D00A-9504-46AA-8DAE-1CC24FB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53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Supply quality and customer trust reinforce one another as the marketplace grows.</a:t>
            </a:r>
          </a:p>
        </p:txBody>
      </p:sp>
    </p:spTree>
    <p:extLst>
      <p:ext uri="{BB962C8B-B14F-4D97-AF65-F5344CB8AC3E}">
        <p14:creationId xmlns:p14="http://schemas.microsoft.com/office/powerpoint/2010/main" val="977766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B8FE0-E578-447E-A219-174057B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34592-0D1A-4028-9631-7D59F6D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Launch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8289-0E14-4438-9391-A5432CBA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Start with a focused city launch and prove supply quality before geographic expansion.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9C2D8-EF03-4148-A26F-CC57CEC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74877-4EAE-4AFB-9F1F-341FDD73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7A13E-9D36-44F0-83D3-E3253BF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D7FBD-56F1-4AEE-9EB5-47D5695D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1. Seed supply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0E291-3C2A-4BF8-B7AE-C6F7F72A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90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Recruit reliable local owners and small fleet partners in one launch zone.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3921E-18B6-4583-BD31-E5B8116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A980-7C15-472A-B345-798F8DED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097AA-8000-47DC-B90F-60ACF74B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0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2. Drive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B884E-3E8A-49E1-A272-165F8084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Target college commuters, short-stay visitors, and weekend riders with local search.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5DA5C-9D33-40AA-AF9C-5C956C8D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E3E3A-E4E5-4193-9342-34C6F1B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14D2D-BD89-4845-BABB-1796798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3. Improve 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B7F1C-E6D5-4B57-8809-5675772E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Use repeat-booking offers and post-rental support to build confidence.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F2B5F-C86C-43CB-9232-A2BA041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79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1491E-871F-47D4-9104-9369B1CA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5950"/>
            <a:ext cx="1885950" cy="2828925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A2D57-B951-4D4F-AF1D-48C87EB7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5D3B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5D3B0"/>
                </a:solidFill>
                <a:latin typeface="Arial"/>
                <a:ea typeface="Arial"/>
                <a:cs typeface="Arial"/>
              </a:rPr>
              <a:t>Pilot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29A7E-2B33-4886-AC8B-C9CBD342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3144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city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supply standard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 support response</a:t>
            </a:r>
          </a:p>
        </p:txBody>
      </p:sp>
    </p:spTree>
    <p:extLst>
      <p:ext uri="{BB962C8B-B14F-4D97-AF65-F5344CB8AC3E}">
        <p14:creationId xmlns:p14="http://schemas.microsoft.com/office/powerpoint/2010/main" val="1297210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E5F01-8175-43F1-8620-9BC68722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C52CD-D0CE-4838-835F-75B8CDD0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Revenue model and pilot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0929C-10D4-49ED-BBD7-0399278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Illustrative planning assumptions for an early city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7D85D-4B53-4EC0-8629-9DD4F68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CDC14-CA98-49D2-80F2-CE31710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6477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85bafab3dd46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755CE-BD2D-4E52-B2D1-3B96E5E6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Primary revenue levers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DBD2A-D3AB-4267-B8AB-958CCBF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Booking commission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0246D-AB7A-49EE-93A9-7E7E15F1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Share of completed rental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F46A7-D94B-4CCC-97FE-CDC8B7BB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Owner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69A63-228A-4F66-9A16-6E23EE9E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Optional listing and fleet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60AE3-8069-452C-9726-2CAA71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Protection add-ons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70374-3660-41DB-95F4-DA82B82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481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Optional coverage and support fees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7714B-F783-4DA4-9BA4-0A317CD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Planning view only: targets show a growing number of completed bookings, not actual revenue.</a:t>
            </a:r>
          </a:p>
        </p:txBody>
      </p:sp>
    </p:spTree>
    <p:extLst>
      <p:ext uri="{BB962C8B-B14F-4D97-AF65-F5344CB8AC3E}">
        <p14:creationId xmlns:p14="http://schemas.microsoft.com/office/powerpoint/2010/main" val="1729692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97DEF-7C10-4C83-A959-9446FB1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4A886-7B8A-4157-825D-82837FF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Execution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D0BDC-F4AB-4442-BFEC-C858C4C6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The product should advance only after each operating risk has an owner and a measurable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03977-422D-4743-B2DD-98DD73A8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RENTGO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2D912-16E7-46E4-B5F7-75282C6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670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E9298-0109-4B3E-90B1-309EA8C4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EDC6F-D81D-4136-96B4-D11B3130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0–3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B09A7-8915-4113-9A72-C29DEF6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MVP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360A9-4B38-4C85-88D7-8E126C6B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90C95-7D29-4BAD-8A09-49523568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2400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Listings, search, booking requests, admin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4BD4D-F08F-4506-AF01-B313BBF8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1432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321C2-0E9E-442F-99CE-35176046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3–6 months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9E6BD-87F0-4359-8C58-BA126BB8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Trust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243B9-6FC1-433F-AB51-3A851F7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A8A34-340D-47F5-8B35-BCEBDF7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400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Payments, verification workflow, support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EF4E0-BC7D-411F-A1DF-2C92BB5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1432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73826-AECE-4456-8CDD-5C1EC95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72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D72F3"/>
                </a:solidFill>
                <a:latin typeface="Arial"/>
                <a:ea typeface="Arial"/>
                <a:cs typeface="Arial"/>
              </a:rPr>
              <a:t>6–12 months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94FBD-9CD4-4B1E-948F-A773FA95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Scale playbook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414C2-FB98-4AAA-9104-ADD1C6B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3F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1420D-CE4B-44AB-9A01-676CDEE8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400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70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08C"/>
                </a:solidFill>
                <a:latin typeface="Arial"/>
                <a:ea typeface="Arial"/>
                <a:cs typeface="Arial"/>
              </a:rPr>
              <a:t>Repeat bookings, owner tools, second-zone 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EA3BD-B7AD-479B-8E27-702D5F4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8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03A"/>
                </a:solidFill>
                <a:latin typeface="Arial"/>
                <a:ea typeface="Arial"/>
                <a:cs typeface="Arial"/>
              </a:rPr>
              <a:t>Operating checks: verified inventory, completed bookings, support resolution time, and repeat-booking rate.</a:t>
            </a:r>
          </a:p>
        </p:txBody>
      </p:sp>
    </p:spTree>
    <p:extLst>
      <p:ext uri="{BB962C8B-B14F-4D97-AF65-F5344CB8AC3E}">
        <p14:creationId xmlns:p14="http://schemas.microsoft.com/office/powerpoint/2010/main" val="29728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10A2E-6261-45AD-9ADB-9366A8E0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D3B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D3B0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FA82A-0ED6-4E62-A583-93F7A2CE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the trusted local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rental marketplace.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5B5F-32CE-4627-81BA-072C3787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RentGo seeks early partners, launch inventory, and product investment to validate the city-pilot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1C144-FA21-455F-9D57-F5A49D3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B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0038F-38FC-40D6-8BC0-15F406BF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Launch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1827C-0045-45BE-9348-9322FFE4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95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Local owners and fleet operators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96CF2-B9C4-4BE1-B329-F42B1355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2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E0BD0-4F45-47A3-B8F1-4E5AB91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D2D47-9385-4C86-92BA-CF460C2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815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Payments, verification, support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65F4B-95A5-44DD-84E6-CC1DD2D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0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BBC34-E1CD-4E07-B67D-9B7215B5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588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capital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DA0D6-257A-4DA7-B647-4618635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4352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8E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EB"/>
                </a:solidFill>
                <a:latin typeface="Arial"/>
                <a:ea typeface="Arial"/>
                <a:cs typeface="Arial"/>
              </a:rPr>
              <a:t>Customer acquisition and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1E915-DFBE-46B3-8087-6EED4A7F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EB7D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EB7D0"/>
                </a:solidFill>
                <a:latin typeface="Arial"/>
                <a:ea typeface="Arial"/>
                <a:cs typeface="Arial"/>
              </a:rPr>
              <a:t>rentgo | startup website concept | 2026</a:t>
            </a:r>
          </a:p>
        </p:txBody>
      </p:sp>
    </p:spTree>
    <p:extLst>
      <p:ext uri="{BB962C8B-B14F-4D97-AF65-F5344CB8AC3E}">
        <p14:creationId xmlns:p14="http://schemas.microsoft.com/office/powerpoint/2010/main" val="376407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2026-09-15T05:14:47.4380000Z</dcterms:created>
  <dcterms:modified xsi:type="dcterms:W3CDTF">2026-09-15T05:14:47.4380000Z</dcterms:modified>
</coreProperties>
</file>