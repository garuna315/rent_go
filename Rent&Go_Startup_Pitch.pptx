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88720" y="2468880"/>
            <a:ext cx="3840480" cy="100584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2606040"/>
            <a:ext cx="73152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RENT&amp;GO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429000"/>
            <a:ext cx="8229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4E7"/>
                </a:solidFill>
                <a:latin typeface="Calibri"/>
              </a:rPr>
              <a:t>Rent vehicles. Borrow vehicles. Trusted by everyone.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4114800"/>
            <a:ext cx="9144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9E0B"/>
                </a:solidFill>
                <a:latin typeface="Calibri"/>
              </a:rPr>
              <a:t>Turn idle vehicles into income · get any vehicle when you need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507492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2E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5193792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RENT A VEHICLE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507492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2E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5193792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BORROW &amp; EARN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507492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2E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5193792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KYC VERIFIED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507492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2E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0" y="5193792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INSURE &amp; 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www.rentandgo.in — your trusted vehicle marketplace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WHY RENT&amp;GO?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The Startup Idea</a:t>
            </a:r>
          </a:p>
        </p:txBody>
      </p:sp>
      <p:sp>
        <p:nvSpPr>
          <p:cNvPr id="6" name="Oval 5"/>
          <p:cNvSpPr/>
          <p:nvPr/>
        </p:nvSpPr>
        <p:spPr>
          <a:xfrm>
            <a:off x="11734495" y="25603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5212080" cy="4114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1">
                <a:solidFill>
                  <a:srgbClr val="1C2333"/>
                </a:solidFill>
                <a:latin typeface="Calibri"/>
              </a:rPr>
              <a:t>Ownership is expensive</a:t>
            </a:r>
            <a:r>
              <a:rPr sz="1500" b="0">
                <a:solidFill>
                  <a:srgbClr val="5A6880"/>
                </a:solidFill>
                <a:latin typeface="Calibri"/>
              </a:rPr>
              <a:t>  cars and bikes sit idle 90%+ of the time but keep pocketing money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1">
                <a:solidFill>
                  <a:srgbClr val="1C2333"/>
                </a:solidFill>
                <a:latin typeface="Calibri"/>
              </a:rPr>
              <a:t>Travel is unpredictable</a:t>
            </a:r>
            <a:r>
              <a:rPr sz="1500" b="0">
                <a:solidFill>
                  <a:srgbClr val="5A6880"/>
                </a:solidFill>
                <a:latin typeface="Calibri"/>
              </a:rPr>
              <a:t>  airports, trips and errands need a vehicle right now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1">
                <a:solidFill>
                  <a:srgbClr val="1C2333"/>
                </a:solidFill>
                <a:latin typeface="Calibri"/>
              </a:rPr>
              <a:t>Sharing is risky</a:t>
            </a:r>
            <a:r>
              <a:rPr sz="1500" b="0">
                <a:solidFill>
                  <a:srgbClr val="5A6880"/>
                </a:solidFill>
                <a:latin typeface="Calibri"/>
              </a:rPr>
              <a:t>  no proof of who the driver is, no insurance in a mishap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43000"/>
            <a:ext cx="5212080" cy="54864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61872"/>
            <a:ext cx="48463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Rent&amp;Go makes it simple and 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74519"/>
            <a:ext cx="5212080" cy="4114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1">
                <a:solidFill>
                  <a:srgbClr val="16A34A"/>
                </a:solidFill>
                <a:latin typeface="Calibri"/>
              </a:rPr>
              <a:t>Rent</a:t>
            </a:r>
            <a:r>
              <a:rPr sz="1500" b="0">
                <a:solidFill>
                  <a:srgbClr val="5A6880"/>
                </a:solidFill>
                <a:latin typeface="Calibri"/>
              </a:rPr>
              <a:t>  find a verified nearby vehicle in minutes, book and go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1">
                <a:solidFill>
                  <a:srgbClr val="16A34A"/>
                </a:solidFill>
                <a:latin typeface="Calibri"/>
              </a:rPr>
              <a:t>Borrow &amp; earn</a:t>
            </a:r>
            <a:r>
              <a:rPr sz="1500" b="0">
                <a:solidFill>
                  <a:srgbClr val="5A6880"/>
                </a:solidFill>
                <a:latin typeface="Calibri"/>
              </a:rPr>
              <a:t>  list your idle vehicle and earn whenever it is used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1">
                <a:solidFill>
                  <a:srgbClr val="16A34A"/>
                </a:solidFill>
                <a:latin typeface="Calibri"/>
              </a:rPr>
              <a:t>Trusted</a:t>
            </a:r>
            <a:r>
              <a:rPr sz="1500" b="0">
                <a:solidFill>
                  <a:srgbClr val="5A6880"/>
                </a:solidFill>
                <a:latin typeface="Calibri"/>
              </a:rPr>
              <a:t>  every user and vehicle is verified and insured end-to-end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880"/>
                </a:solidFill>
                <a:latin typeface="Calibri"/>
              </a:rPr>
              <a:t>Rent&amp;Go ·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FLOW · 1  RENTING A VEHICLE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6" name="Oval 5"/>
          <p:cNvSpPr/>
          <p:nvPr/>
        </p:nvSpPr>
        <p:spPr>
          <a:xfrm>
            <a:off x="11734495" y="25603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2331720"/>
            <a:ext cx="777240" cy="777240"/>
          </a:xfrm>
          <a:prstGeom prst="ellipse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487168"/>
            <a:ext cx="777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Browse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7830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search by city, type &amp; price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87752" y="3017520"/>
            <a:ext cx="457200" cy="45720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43784" y="210312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29584" y="2331720"/>
            <a:ext cx="777240" cy="777240"/>
          </a:xfrm>
          <a:prstGeom prst="ellipse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9584" y="2487168"/>
            <a:ext cx="777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Pick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3657600"/>
            <a:ext cx="17830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choose a verified vehicle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82896" y="3017520"/>
            <a:ext cx="457200" cy="45720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38928" y="210312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24728" y="2331720"/>
            <a:ext cx="777240" cy="777240"/>
          </a:xfrm>
          <a:prstGeom prst="ellipse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24728" y="2487168"/>
            <a:ext cx="777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3657600"/>
            <a:ext cx="17830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upload ID · licence · photo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78040" y="3017520"/>
            <a:ext cx="457200" cy="45720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34072" y="210312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19872" y="2331720"/>
            <a:ext cx="777240" cy="777240"/>
          </a:xfrm>
          <a:prstGeom prst="ellipse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19872" y="2487168"/>
            <a:ext cx="777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2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Book &amp; Pay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3657600"/>
            <a:ext cx="17830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secure online payment + deposit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73184" y="3017520"/>
            <a:ext cx="457200" cy="45720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729216" y="210312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415016" y="2331720"/>
            <a:ext cx="777240" cy="777240"/>
          </a:xfrm>
          <a:prstGeom prst="ellipse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15016" y="2487168"/>
            <a:ext cx="777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2096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Go &amp;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12096" y="3657600"/>
            <a:ext cx="17830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pick up on time, return inspected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C2333"/>
                </a:solidFill>
                <a:latin typeface="Calibri"/>
              </a:rPr>
              <a:t>Instant booking </a:t>
            </a:r>
            <a:r>
              <a:rPr sz="1400" b="0">
                <a:solidFill>
                  <a:srgbClr val="5A6880"/>
                </a:solidFill>
                <a:latin typeface="Calibri"/>
              </a:rPr>
              <a:t>— OTP confirmation, live helper and a digital trip ticket.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C2333"/>
                </a:solidFill>
                <a:latin typeface="Calibri"/>
              </a:rPr>
              <a:t>Flexible plans </a:t>
            </a:r>
            <a:r>
              <a:rPr sz="1400" b="0">
                <a:solidFill>
                  <a:srgbClr val="5A6880"/>
                </a:solidFill>
                <a:latin typeface="Calibri"/>
              </a:rPr>
              <a:t>— hourly, daily and weekly rentals with fair pricing.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880"/>
                </a:solidFill>
                <a:latin typeface="Calibri"/>
              </a:rPr>
              <a:t>Rent&amp;Go ·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FLOW · 2  BORROW &amp; EARN AS AN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6" name="Oval 5"/>
          <p:cNvSpPr/>
          <p:nvPr/>
        </p:nvSpPr>
        <p:spPr>
          <a:xfrm>
            <a:off x="11734495" y="25603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2331720"/>
            <a:ext cx="777240" cy="7772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487168"/>
            <a:ext cx="777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List your vehicle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7830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add photos, price, availability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87752" y="3017520"/>
            <a:ext cx="457200" cy="45720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43784" y="210312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29584" y="2331720"/>
            <a:ext cx="777240" cy="7772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9584" y="2487168"/>
            <a:ext cx="777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Get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3657600"/>
            <a:ext cx="17830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RC + insurance + owner KYC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82896" y="3017520"/>
            <a:ext cx="457200" cy="45720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38928" y="210312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24728" y="2331720"/>
            <a:ext cx="777240" cy="7772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24728" y="2487168"/>
            <a:ext cx="777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Match with drivers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3657600"/>
            <a:ext cx="17830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verified renters only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78040" y="3017520"/>
            <a:ext cx="457200" cy="45720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34072" y="210312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19872" y="2331720"/>
            <a:ext cx="777240" cy="7772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19872" y="2487168"/>
            <a:ext cx="777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2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Hand over &amp; 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3657600"/>
            <a:ext cx="17830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insurer + our team watch every ride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73184" y="3017520"/>
            <a:ext cx="457200" cy="45720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729216" y="210312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415016" y="2331720"/>
            <a:ext cx="777240" cy="7772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15016" y="2487168"/>
            <a:ext cx="777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2096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Get paid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12096" y="3657600"/>
            <a:ext cx="17830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clear earnings after each trip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892040"/>
            <a:ext cx="1097280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C2333"/>
                </a:solidFill>
                <a:latin typeface="Calibri"/>
              </a:rPr>
              <a:t>Zero maintenance worry </a:t>
            </a:r>
            <a:r>
              <a:rPr sz="1400" b="0">
                <a:solidFill>
                  <a:srgbClr val="5A6880"/>
                </a:solidFill>
                <a:latin typeface="Calibri"/>
              </a:rPr>
              <a:t>— our partners service and insure the vehicle.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C2333"/>
                </a:solidFill>
                <a:latin typeface="Calibri"/>
              </a:rPr>
              <a:t>You stay in control </a:t>
            </a:r>
            <a:r>
              <a:rPr sz="1400" b="0">
                <a:solidFill>
                  <a:srgbClr val="5A6880"/>
                </a:solidFill>
                <a:latin typeface="Calibri"/>
              </a:rPr>
              <a:t>— approve every booking before it is confirmed.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880"/>
                </a:solidFill>
                <a:latin typeface="Calibri"/>
              </a:rPr>
              <a:t>Rent&amp;Go ·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WHO IS BEHIND THE WHEEL?  (KYC)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 Trusted Platform</a:t>
            </a:r>
          </a:p>
        </p:txBody>
      </p:sp>
      <p:sp>
        <p:nvSpPr>
          <p:cNvPr id="6" name="Oval 5"/>
          <p:cNvSpPr/>
          <p:nvPr/>
        </p:nvSpPr>
        <p:spPr>
          <a:xfrm>
            <a:off x="11734495" y="25603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2697480" cy="18288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502920" cy="118872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331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2333"/>
                </a:solidFill>
                <a:latin typeface="Calibri"/>
              </a:rPr>
              <a:t>Aadhaar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23317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identity verified securely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325880"/>
            <a:ext cx="2697480" cy="18288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93592" y="1554480"/>
            <a:ext cx="502920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1783080"/>
            <a:ext cx="2331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2333"/>
                </a:solidFill>
                <a:latin typeface="Calibri"/>
              </a:rPr>
              <a:t>Driving Licence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331720"/>
            <a:ext cx="23317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valid for the vehicle class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325880"/>
            <a:ext cx="2697480" cy="18288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55664" y="1554480"/>
            <a:ext cx="502920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1783080"/>
            <a:ext cx="2331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2333"/>
                </a:solidFill>
                <a:latin typeface="Calibri"/>
              </a:rPr>
              <a:t>Face &amp; Photo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331720"/>
            <a:ext cx="23317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matches the documents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1325880"/>
            <a:ext cx="2697480" cy="18288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17736" y="1554480"/>
            <a:ext cx="502920" cy="1188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17736" y="1783080"/>
            <a:ext cx="2331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2333"/>
                </a:solidFill>
                <a:latin typeface="Calibri"/>
              </a:rPr>
              <a:t>Phone &amp;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2331720"/>
            <a:ext cx="23317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OTP + link verification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20440"/>
            <a:ext cx="11064240" cy="2377440"/>
          </a:xfrm>
          <a:prstGeom prst="roundRect">
            <a:avLst>
              <a:gd name="adj" fmla="val 10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794760"/>
            <a:ext cx="10058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What we check before a ride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0332720" cy="1463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Borrower</a:t>
            </a:r>
            <a:r>
              <a:rPr sz="1500" b="0">
                <a:solidFill>
                  <a:srgbClr val="5A6880"/>
                </a:solidFill>
                <a:latin typeface="Calibri"/>
              </a:rPr>
              <a:t>  Aadhaar + driving licence + live photo — validated before the first ride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Owner</a:t>
            </a:r>
            <a:r>
              <a:rPr sz="1500" b="0">
                <a:solidFill>
                  <a:srgbClr val="5A6880"/>
                </a:solidFill>
                <a:latin typeface="Calibri"/>
              </a:rPr>
              <a:t>  owner KYC + RC book + valid insurance policy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Booking</a:t>
            </a:r>
            <a:r>
              <a:rPr sz="1500" b="0">
                <a:solidFill>
                  <a:srgbClr val="5A6880"/>
                </a:solidFill>
                <a:latin typeface="Calibri"/>
              </a:rPr>
              <a:t>  re-verified every booking; lock/unlock only for the verified driver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880"/>
                </a:solidFill>
                <a:latin typeface="Calibri"/>
              </a:rPr>
              <a:t>Rent&amp;Go ·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EVERY VEHICLE IS CHECKED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Vehicle Verification</a:t>
            </a:r>
          </a:p>
        </p:txBody>
      </p:sp>
      <p:sp>
        <p:nvSpPr>
          <p:cNvPr id="6" name="Oval 5"/>
          <p:cNvSpPr/>
          <p:nvPr/>
        </p:nvSpPr>
        <p:spPr>
          <a:xfrm>
            <a:off x="11734495" y="25603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97480" cy="173736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✓  </a:t>
            </a:r>
            <a:r>
              <a:rPr sz="1600" b="1">
                <a:solidFill>
                  <a:srgbClr val="1C2333"/>
                </a:solidFill>
                <a:latin typeface="Calibri"/>
              </a:rPr>
              <a:t>RC 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2402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registration &amp; ownership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371600"/>
            <a:ext cx="2697480" cy="173736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60020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✓  </a:t>
            </a:r>
            <a:r>
              <a:rPr sz="1600" b="1">
                <a:solidFill>
                  <a:srgbClr val="1C2333"/>
                </a:solidFill>
                <a:latin typeface="Calibri"/>
              </a:rPr>
              <a:t>Insurance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103120"/>
            <a:ext cx="22402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valid third-party + own-damage cover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371600"/>
            <a:ext cx="2697480" cy="173736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4" y="160020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✓  </a:t>
            </a:r>
            <a:r>
              <a:rPr sz="1600" b="1">
                <a:solidFill>
                  <a:srgbClr val="1C2333"/>
                </a:solidFill>
                <a:latin typeface="Calibri"/>
              </a:rPr>
              <a:t>Condition photos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103120"/>
            <a:ext cx="22402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all four sides + odometer recorded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856" y="1371600"/>
            <a:ext cx="2697480" cy="173736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63456" y="160020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✓  </a:t>
            </a:r>
            <a:r>
              <a:rPr sz="1600" b="1">
                <a:solidFill>
                  <a:srgbClr val="1C2333"/>
                </a:solidFill>
                <a:latin typeface="Calibri"/>
              </a:rPr>
              <a:t>Smart 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3456" y="2103120"/>
            <a:ext cx="22402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only the booked driver can unlock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2900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B33"/>
                </a:solidFill>
                <a:latin typeface="Calibri"/>
              </a:rPr>
              <a:t>On pickup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10972800" cy="1463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0">
                <a:solidFill>
                  <a:srgbClr val="1C2333"/>
                </a:solidFill>
                <a:latin typeface="Calibri"/>
              </a:rPr>
              <a:t>Time-stamped handover with photo proof of damage-free / existing damage state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0">
                <a:solidFill>
                  <a:srgbClr val="1C2333"/>
                </a:solidFill>
                <a:latin typeface="Calibri"/>
              </a:rPr>
              <a:t>Fuel level, odometer and cleanliness recorded on both sides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0">
                <a:solidFill>
                  <a:srgbClr val="1C2333"/>
                </a:solidFill>
                <a:latin typeface="Calibri"/>
              </a:rPr>
              <a:t>A digital trip ticket keeps both borrower and owner on the same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880"/>
                </a:solidFill>
                <a:latin typeface="Calibri"/>
              </a:rPr>
              <a:t>Rent&amp;Go ·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ACCIDENT HANDLING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If Something Goes Wrong</a:t>
            </a:r>
          </a:p>
        </p:txBody>
      </p:sp>
      <p:sp>
        <p:nvSpPr>
          <p:cNvPr id="6" name="Oval 5"/>
          <p:cNvSpPr/>
          <p:nvPr/>
        </p:nvSpPr>
        <p:spPr>
          <a:xfrm>
            <a:off x="11734495" y="256032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1280160"/>
            <a:ext cx="868680" cy="86868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8686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207007"/>
            <a:ext cx="8778240" cy="960120"/>
          </a:xfrm>
          <a:prstGeom prst="roundRect">
            <a:avLst>
              <a:gd name="adj" fmla="val 20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68880" y="1408176"/>
            <a:ext cx="8229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Safety first</a:t>
            </a:r>
            <a:r>
              <a:rPr sz="1300" b="0">
                <a:solidFill>
                  <a:srgbClr val="5A6880"/>
                </a:solidFill>
                <a:latin typeface="Calibri"/>
              </a:rPr>
              <a:t>   move to safety · call 112 · tap the red SOS in the app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340863"/>
            <a:ext cx="868680" cy="86868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569463"/>
            <a:ext cx="8686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267711"/>
            <a:ext cx="8778240" cy="960120"/>
          </a:xfrm>
          <a:prstGeom prst="roundRect">
            <a:avLst>
              <a:gd name="adj" fmla="val 20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68880" y="2468879"/>
            <a:ext cx="8229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Report in-app</a:t>
            </a:r>
            <a:r>
              <a:rPr sz="1300" b="0">
                <a:solidFill>
                  <a:srgbClr val="5A6880"/>
                </a:solidFill>
                <a:latin typeface="Calibri"/>
              </a:rPr>
              <a:t>   car model, plate, location, photos — posted in seconds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401568"/>
            <a:ext cx="868680" cy="86868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630168"/>
            <a:ext cx="8686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48840" y="3328415"/>
            <a:ext cx="8778240" cy="960120"/>
          </a:xfrm>
          <a:prstGeom prst="roundRect">
            <a:avLst>
              <a:gd name="adj" fmla="val 20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68880" y="3529584"/>
            <a:ext cx="8229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Verification</a:t>
            </a:r>
            <a:r>
              <a:rPr sz="1300" b="0">
                <a:solidFill>
                  <a:srgbClr val="5A6880"/>
                </a:solidFill>
                <a:latin typeface="Calibri"/>
              </a:rPr>
              <a:t>   we confirm Aadhaar, driving licence and the active rental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4462272"/>
            <a:ext cx="868680" cy="86868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690872"/>
            <a:ext cx="8686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4389120"/>
            <a:ext cx="8778240" cy="960120"/>
          </a:xfrm>
          <a:prstGeom prst="roundRect">
            <a:avLst>
              <a:gd name="adj" fmla="val 20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0" y="4590288"/>
            <a:ext cx="8229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Insurance claim</a:t>
            </a:r>
            <a:r>
              <a:rPr sz="1300" b="0">
                <a:solidFill>
                  <a:srgbClr val="5A6880"/>
                </a:solidFill>
                <a:latin typeface="Calibri"/>
              </a:rPr>
              <a:t>   our insurance partner opens a case with the vehicle &amp; policy details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" y="5522976"/>
            <a:ext cx="868680" cy="86868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751576"/>
            <a:ext cx="8686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48840" y="5449824"/>
            <a:ext cx="8778240" cy="960120"/>
          </a:xfrm>
          <a:prstGeom prst="roundRect">
            <a:avLst>
              <a:gd name="adj" fmla="val 20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68880" y="5650992"/>
            <a:ext cx="8229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Support &amp; resolve</a:t>
            </a:r>
            <a:r>
              <a:rPr sz="1300" b="0">
                <a:solidFill>
                  <a:srgbClr val="5A6880"/>
                </a:solidFill>
                <a:latin typeface="Calibri"/>
              </a:rPr>
              <a:t>   documents collected, claims tracked, deposit and repair handled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309360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A6880"/>
                </a:solidFill>
                <a:latin typeface="Calibri"/>
              </a:rPr>
              <a:t>All identity, licence, vehicle and insurance details stay private and are shared only for your claim.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880"/>
                </a:solidFill>
                <a:latin typeface="Calibri"/>
              </a:rPr>
              <a:t>Rent&amp;Go ·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RIDE WITH PEACE OF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Insurance &amp; Safety</a:t>
            </a:r>
          </a:p>
        </p:txBody>
      </p:sp>
      <p:sp>
        <p:nvSpPr>
          <p:cNvPr id="6" name="Oval 5"/>
          <p:cNvSpPr/>
          <p:nvPr/>
        </p:nvSpPr>
        <p:spPr>
          <a:xfrm>
            <a:off x="11734495" y="25603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28016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371600"/>
            <a:ext cx="10607040" cy="960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Coverage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880"/>
                </a:solidFill>
                <a:latin typeface="Calibri"/>
              </a:rPr>
              <a:t>every ride includes third-party and own-damage insurance from our partner insurer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128016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10607040" cy="960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Security deposit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880"/>
                </a:solidFill>
                <a:latin typeface="Calibri"/>
              </a:rPr>
              <a:t>refundable — released after a clean, damage-free return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128016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40480"/>
            <a:ext cx="10607040" cy="960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Assistance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880"/>
                </a:solidFill>
                <a:latin typeface="Calibri"/>
              </a:rPr>
              <a:t>24 x 7 helpline, roadside support and emergency contacts on every trip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74920"/>
            <a:ext cx="128016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5074920"/>
            <a:ext cx="10607040" cy="960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C2333"/>
                </a:solidFill>
                <a:latin typeface="Calibri"/>
              </a:rPr>
              <a:t>Fair ratings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880"/>
                </a:solidFill>
                <a:latin typeface="Calibri"/>
              </a:rPr>
              <a:t>borrowers and owners rate each trip; repeat offenders are removed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880"/>
                </a:solidFill>
                <a:latin typeface="Calibri"/>
              </a:rPr>
              <a:t>Rent&amp;Go ·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Built on Solid Technology</a:t>
            </a:r>
          </a:p>
        </p:txBody>
      </p:sp>
      <p:sp>
        <p:nvSpPr>
          <p:cNvPr id="6" name="Oval 5"/>
          <p:cNvSpPr/>
          <p:nvPr/>
        </p:nvSpPr>
        <p:spPr>
          <a:xfrm>
            <a:off x="11734495" y="25603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486400" cy="4206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1">
                <a:solidFill>
                  <a:srgbClr val="1C2333"/>
                </a:solidFill>
                <a:latin typeface="Calibri"/>
              </a:rPr>
              <a:t>Django web app</a:t>
            </a:r>
            <a:r>
              <a:rPr sz="1500" b="0">
                <a:solidFill>
                  <a:srgbClr val="5A6880"/>
                </a:solidFill>
                <a:latin typeface="Calibri"/>
              </a:rPr>
              <a:t>  fast, secure and scalable core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1">
                <a:solidFill>
                  <a:srgbClr val="1C2333"/>
                </a:solidFill>
                <a:latin typeface="Calibri"/>
              </a:rPr>
              <a:t>MySQL database</a:t>
            </a:r>
            <a:r>
              <a:rPr sz="1500" b="0">
                <a:solidFill>
                  <a:srgbClr val="5A6880"/>
                </a:solidFill>
                <a:latin typeface="Calibri"/>
              </a:rPr>
              <a:t>  users, bookings, vehicles, claims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1">
                <a:solidFill>
                  <a:srgbClr val="1C2333"/>
                </a:solidFill>
                <a:latin typeface="Calibri"/>
              </a:rPr>
              <a:t>Phone OTP sign-in</a:t>
            </a:r>
            <a:r>
              <a:rPr sz="1500" b="0">
                <a:solidFill>
                  <a:srgbClr val="5A6880"/>
                </a:solidFill>
                <a:latin typeface="Calibri"/>
              </a:rPr>
              <a:t>  Fast2SMS verification in seconds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1">
                <a:solidFill>
                  <a:srgbClr val="1C2333"/>
                </a:solidFill>
                <a:latin typeface="Calibri"/>
              </a:rPr>
              <a:t>Email verification</a:t>
            </a:r>
            <a:r>
              <a:rPr sz="1500" b="0">
                <a:solidFill>
                  <a:srgbClr val="5A6880"/>
                </a:solidFill>
                <a:latin typeface="Calibri"/>
              </a:rPr>
              <a:t>  confirms the account safely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1">
                <a:solidFill>
                  <a:srgbClr val="1C2333"/>
                </a:solidFill>
                <a:latin typeface="Calibri"/>
              </a:rPr>
              <a:t>Google sign-in</a:t>
            </a:r>
            <a:r>
              <a:rPr sz="1500" b="0">
                <a:solidFill>
                  <a:srgbClr val="5A6880"/>
                </a:solidFill>
                <a:latin typeface="Calibri"/>
              </a:rPr>
              <a:t>  one-click social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280160"/>
            <a:ext cx="4937760" cy="1234440"/>
          </a:xfrm>
          <a:prstGeom prst="roundRect">
            <a:avLst>
              <a:gd name="adj" fmla="val 15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417319"/>
            <a:ext cx="448056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KYC &amp; Docs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Aadhaar + licence + RC + insurance stored securely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697480"/>
            <a:ext cx="4937760" cy="1234440"/>
          </a:xfrm>
          <a:prstGeom prst="roundRect">
            <a:avLst>
              <a:gd name="adj" fmla="val 15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2834640"/>
            <a:ext cx="448056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Booking engine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search, lock, payment and trip tickets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114800"/>
            <a:ext cx="4937760" cy="1234440"/>
          </a:xfrm>
          <a:prstGeom prst="roundRect">
            <a:avLst>
              <a:gd name="adj" fmla="val 15000"/>
            </a:avLst>
          </a:prstGeom>
          <a:solidFill>
            <a:srgbClr val="F5F8FD"/>
          </a:solidFill>
          <a:ln w="12700">
            <a:solidFill>
              <a:srgbClr val="E0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4251960"/>
            <a:ext cx="448056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Accident module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880"/>
                </a:solidFill>
                <a:latin typeface="Calibri"/>
              </a:rPr>
              <a:t>report, verify, insure and resolve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880"/>
                </a:solidFill>
                <a:latin typeface="Calibri"/>
              </a:rPr>
              <a:t>Rent&amp;Go ·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What Comes Next</a:t>
            </a:r>
          </a:p>
        </p:txBody>
      </p:sp>
      <p:sp>
        <p:nvSpPr>
          <p:cNvPr id="6" name="Oval 5"/>
          <p:cNvSpPr/>
          <p:nvPr/>
        </p:nvSpPr>
        <p:spPr>
          <a:xfrm>
            <a:off x="11734495" y="25603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194560" cy="960120"/>
          </a:xfrm>
          <a:prstGeom prst="roundRect">
            <a:avLst>
              <a:gd name="adj" fmla="val 20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920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Phase 1 · 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371600"/>
            <a:ext cx="8503920" cy="960120"/>
          </a:xfrm>
          <a:prstGeom prst="roundRect">
            <a:avLst>
              <a:gd name="adj" fmla="val 20000"/>
            </a:avLst>
          </a:prstGeom>
          <a:solidFill>
            <a:srgbClr val="F5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508760"/>
            <a:ext cx="80467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33"/>
                </a:solidFill>
                <a:latin typeface="Calibri"/>
              </a:rPr>
              <a:t>rental marketplace live with OTP/email/Google login, KYC and accident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2194560" cy="960120"/>
          </a:xfrm>
          <a:prstGeom prst="roundRect">
            <a:avLst>
              <a:gd name="adj" fmla="val 20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1920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Phase 2 · Soon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514600"/>
            <a:ext cx="8503920" cy="960120"/>
          </a:xfrm>
          <a:prstGeom prst="roundRect">
            <a:avLst>
              <a:gd name="adj" fmla="val 20000"/>
            </a:avLst>
          </a:prstGeom>
          <a:solidFill>
            <a:srgbClr val="F5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2651760"/>
            <a:ext cx="80467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33"/>
                </a:solidFill>
                <a:latin typeface="Calibri"/>
              </a:rPr>
              <a:t>live GPS tracking + smart locks for safe handover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2194560" cy="960120"/>
          </a:xfrm>
          <a:prstGeom prst="roundRect">
            <a:avLst>
              <a:gd name="adj" fmla="val 20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977639"/>
            <a:ext cx="1920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Phase 3 · Next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657600"/>
            <a:ext cx="8503920" cy="960120"/>
          </a:xfrm>
          <a:prstGeom prst="roundRect">
            <a:avLst>
              <a:gd name="adj" fmla="val 20000"/>
            </a:avLst>
          </a:prstGeom>
          <a:solidFill>
            <a:srgbClr val="F5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3794760"/>
            <a:ext cx="80467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33"/>
                </a:solidFill>
                <a:latin typeface="Calibri"/>
              </a:rPr>
              <a:t>AI damage detection from photos at pickup and return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00600"/>
            <a:ext cx="2194560" cy="960120"/>
          </a:xfrm>
          <a:prstGeom prst="roundRect">
            <a:avLst>
              <a:gd name="adj" fmla="val 20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120640"/>
            <a:ext cx="1920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Phase 4 · Future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800600"/>
            <a:ext cx="8503920" cy="960120"/>
          </a:xfrm>
          <a:prstGeom prst="roundRect">
            <a:avLst>
              <a:gd name="adj" fmla="val 20000"/>
            </a:avLst>
          </a:prstGeom>
          <a:solidFill>
            <a:srgbClr val="F5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91840" y="4937760"/>
            <a:ext cx="80467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33"/>
                </a:solidFill>
                <a:latin typeface="Calibri"/>
              </a:rPr>
              <a:t>partner fleets, long-term leases and rewards for top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880"/>
                </a:solidFill>
                <a:latin typeface="Calibri"/>
              </a:rPr>
              <a:t>Rent&amp;Go ·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C9D4E7"/>
                </a:solidFill>
                <a:latin typeface="Calibri"/>
              </a:rPr>
              <a:t>Rent a vehicle · Borrow &amp; earn · Ride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59E0B"/>
                </a:solidFill>
                <a:latin typeface="Calibri"/>
              </a:rPr>
              <a:t>KYC verified drivers · verified vehicles · insured every 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394960"/>
            <a:ext cx="12191695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dirty="0">
                <a:solidFill>
                  <a:srgbClr val="FFFFFF"/>
                </a:solidFill>
                <a:latin typeface="Calibri"/>
              </a:rPr>
              <a:t>hello@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RENT&amp;GO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.in   |   www.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RENT&amp;GO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851</Words>
  <Application>Microsoft Office PowerPoint</Application>
  <PresentationFormat>Widescreen</PresentationFormat>
  <Paragraphs>142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anuragpateriy@gmail.com</cp:lastModifiedBy>
  <cp:revision>2</cp:revision>
  <dcterms:created xsi:type="dcterms:W3CDTF">2013-01-27T09:14:16Z</dcterms:created>
  <dcterms:modified xsi:type="dcterms:W3CDTF">2026-09-15T06:19:30Z</dcterms:modified>
  <cp:category/>
</cp:coreProperties>
</file>